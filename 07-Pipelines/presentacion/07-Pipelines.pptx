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0bd3149f-443b-585d-3eb6-d28a97706ee8}">
          <p14:sldIdLst>
            <p14:sldId id="256"/>
            <p14:sldId id="257"/>
          </p14:sldIdLst>
        </p14:section>
        <p14:section name="El problema" id="{a36b8c19-cf13-3ec2-f2d4-5d3694947c21}">
          <p14:sldIdLst>
            <p14:sldId id="258"/>
          </p14:sldIdLst>
        </p14:section>
        <p14:section name="Pipeline" id="{b5e58879-68ad-11eb-e124-8bedf8f39a7a}">
          <p14:sldIdLst>
            <p14:sldId id="259"/>
          </p14:sldIdLst>
        </p14:section>
        <p14:section name="ColumnTransformer" id="{402d3e3c-1ab7-d621-9b6f-ee659bb4a1aa}">
          <p14:sldIdLst>
            <p14:sldId id="260"/>
          </p14:sldIdLst>
        </p14:section>
        <p14:section name="Tuning" id="{dd0b09f9-83fb-9631-7d9c-1aa099cc529e}">
          <p14:sldIdLst>
            <p14:sldId id="261"/>
            <p14:sldId id="262"/>
          </p14:sldIdLst>
        </p14:section>
        <p14:section name="Guardar el modelo" id="{f5ef3ac6-9226-a05a-e242-285783f85489}">
          <p14:sldIdLst>
            <p14:sldId id="263"/>
            <p14:sldId id="264"/>
          </p14:sldIdLst>
        </p14:section>
        <p14:section name="Trabajo en salas" id="{85c0d0df-31e0-ca8c-7a41-a0f9d3854f1a}">
          <p14:sldIdLst>
            <p14:sldId id="265"/>
          </p14:sldIdLst>
        </p14:section>
        <p14:section name="Cierre" id="{3b072bc5-e86a-2b86-904e-72720b728c07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07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y selección de modelos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Preprocesamiento + modelo en un solo objeto reproducible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 · basado en el material del prof. Oscar N. Gómez Giraldo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problema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Preprocesamiento manual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Pipeline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Encadenar pasos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ColumnTransformer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tratamiento por tipo de columna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Tuning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GridSearchCV y la notación paso__param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Guardar el modelo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joblib + metadatos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train.py del equipo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pipeline vs. con pipeline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Sin pipeline (módulo 06)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encoder.fit solo en train… ¿me acordé?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Transformar validación y test a mano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Deshacer el log del target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Guardar el modelo… y olvidar el encoder</a:t>
            </a:r>
            <a:endParaRPr lang="en-US" sz="1800" dirty="0"/>
          </a:p>
        </p:txBody>
      </p:sp>
      <p:sp>
        <p:nvSpPr>
          <p:cNvPr id="7" name="Tarjeta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 pipeline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pipeline.fit(X_train, y_train)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pipeline.predict(X_nuevo)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joblib.dump(pipeline): un solo archivo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Cero leakage, incluso dentro de la CV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primer pipeline (Iris)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E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= Pipeline([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("scaler", StandardScaler()),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("pca", PCA(n_components=2)),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("clf", LogisticRegression()),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cross_validate(pipeline, X_train, y_train, cv=5)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pipeline.set_params(clf=SVC())   # cambiar el modelo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Cada paso tiene un nombre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fit: cada paso aprende solo del train de cada fold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set_params cambia un paso sin reescribir nada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El último paso es el modelo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pipeline de House Prices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55064" y="2286000"/>
            <a:ext cx="8851392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197864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Numéricas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Imputar (mediana) → escalar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3410712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Categóricas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2871216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Imputar (moda) → one-hot (ignora categorías nuevas)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47488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Ordinales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084064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Imputar → ordinal Po &lt; Fa &lt; TA &lt; Gd &lt; Ex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7836408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0336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Modelo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296912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Gradient Boosting entrenado con log(precio)</a:t>
            </a:r>
            <a:endParaRPr lang="en-US" sz="1600" dirty="0"/>
          </a:p>
        </p:txBody>
      </p:sp>
      <p:sp>
        <p:nvSpPr>
          <p:cNvPr id="20" name="Circulo"/>
          <p:cNvSpPr/>
          <p:nvPr/>
        </p:nvSpPr>
        <p:spPr>
          <a:xfrm>
            <a:off x="10049256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057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73184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Predicción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9509760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Devuelve USD automáticamente</a:t>
            </a:r>
            <a:endParaRPr lang="en-US" sz="1600" dirty="0"/>
          </a:p>
        </p:txBody>
      </p:sp>
      <p:sp>
        <p:nvSpPr>
          <p:cNvPr id="24" name="Tarjeta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¿Por qué imputar si los datos ya están limpios? Porque en producción pueden llegar huecos.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y la notación paso__parametro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E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grilla =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"modelo__regressor__learning_rate": [0.03, 0.1],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"modelo__regressor__max_leaf_nodes": [15, 31],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"modelo__regressor__min_samples_leaf": [10, 20],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busqueda = GridSearchCV(pipeline, grilla, cv=5,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scoring="neg_mean_absolute_percentage_error")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busqueda.fit(X_train, y_train)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mejor = busqueda.best_estimator_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Dos guiones bajos separan los niveles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Grid: todas las combinaciones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RandomizedSearch: n al azar (grillas grandes)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best_estimator_ es el pipeline ganador, ya reentrenado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vs. hiperparámetros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Parámetros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Hiperparámetros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¿Quién los fija?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El modelo, al entrenar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Tú, antes de entrenar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Ejemplos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Coeficientes de una regresión, los cortes de un árbol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max_depth, learning_rate, n_estimators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¿Cómo se eligen?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fit()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Validación cruzada (GridSearchCV)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train.py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55064" y="2286000"/>
            <a:ext cx="8851392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197864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Cargar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house_prices_limpio.csv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3410712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Split 80/20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2871216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Semilla fija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47488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GridSearchCV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084064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Opcional: --buscar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7836408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0336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Evaluar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296912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MAPE en test ≈ 9.7 %: cumple</a:t>
            </a:r>
            <a:endParaRPr lang="en-US" sz="1600" dirty="0"/>
          </a:p>
        </p:txBody>
      </p:sp>
      <p:sp>
        <p:nvSpPr>
          <p:cNvPr id="20" name="Circulo"/>
          <p:cNvSpPr/>
          <p:nvPr/>
        </p:nvSpPr>
        <p:spPr>
          <a:xfrm>
            <a:off x="10049256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057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73184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Guardar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9509760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Reentrenar con todo: .joblib + .json</a:t>
            </a:r>
            <a:endParaRPr lang="en-US" sz="1600" dirty="0"/>
          </a:p>
        </p:txBody>
      </p:sp>
      <p:sp>
        <p:nvSpPr>
          <p:cNvPr id="24" name="Tarjeta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Sin metadatos, en tres meses nadie sabrá qué es modelo_final_v2.joblib.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listo para producción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9.7 %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MAPE en test</a:t>
            </a:r>
            <a:endParaRPr lang="en-US" sz="1500" dirty="0"/>
          </a:p>
        </p:txBody>
      </p:sp>
      <p:sp>
        <p:nvSpPr>
          <p:cNvPr id="6" name="Tarjeta"/>
          <p:cNvSpPr/>
          <p:nvPr/>
        </p:nvSpPr>
        <p:spPr>
          <a:xfrm>
            <a:off x="338328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R² en test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621792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variables de entrada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905256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544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archivo .joblib con todo el pipeline</a:t>
            </a:r>
            <a:endParaRPr lang="en-US" sz="1500" dirty="0"/>
          </a:p>
        </p:txBody>
      </p:sp>
      <p:sp>
        <p:nvSpPr>
          <p:cNvPr id="15" name="Tarjeta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uv run python 07-Pipelines/scripts/train.py --buscar  →  models/house_price_model.joblib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60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Que cualquier persona reproduzca el modelo del equipo con un solo comando.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Modelo elegido (06) y src/limpieza.py (04).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Módulo 08: la API carga el .joblib de hoy.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Diseñar el pipeline en papel (docs/06_pipeline.md)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73177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73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8605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A: src/pipeline.py · B: src/train.py · C: comparación con CV + GridSearch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4975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5186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Prueba de reproducibilidad: los 3 corren uv run python -m src.train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4920" y="426339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42633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21767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README: sección "Cómo entrenar el modelo"</a:t>
            </a:r>
            <a:endParaRPr lang="en-US" sz="1600" dirty="0"/>
          </a:p>
        </p:txBody>
      </p:sp>
      <p:sp>
        <p:nvSpPr>
          <p:cNvPr id="21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src/pipeline.py y src/train.py que generan models/modelo.joblib + .json, con la misma métrica para los 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Un pipeline = cero leakage y un solo archivo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ColumnTransformer: un tratamiento por tipo de columna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paso__parametro para buscar hiperparámetros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Guarda siempre el modelo con metadatos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 · API con FastAPI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Tengan models/modelo.joblib generado.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07: Pipelines</dc:title>
  <dc:subject>PptxGenJS Presentation</dc:subject>
  <dc:creator>María Camila Durango</dc:creator>
  <cp:lastModifiedBy>María Camila Durango</cp:lastModifiedBy>
  <cp:revision>1</cp:revision>
  <dcterms:created xsi:type="dcterms:W3CDTF">2026-10-17T01:04:37Z</dcterms:created>
  <dcterms:modified xsi:type="dcterms:W3CDTF">2026-10-17T01:04:37Z</dcterms:modified>
</cp:coreProperties>
</file>