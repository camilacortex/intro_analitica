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2372259-e04e-0c31-18d3-f578c430cda5}">
          <p14:sldIdLst>
            <p14:sldId id="256"/>
            <p14:sldId id="257"/>
          </p14:sldIdLst>
        </p14:section>
        <p14:section name="Objetivos y reglas" id="{48ce000f-c8cd-14db-fe5e-640bc61a1932}">
          <p14:sldIdLst>
            <p14:sldId id="258"/>
          </p14:sldIdLst>
        </p14:section>
        <p14:section name="Cronograma" id="{36a40d3b-2434-75c0-bfb8-a2aea0b69fe6}">
          <p14:sldIdLst>
            <p14:sldId id="259"/>
          </p14:sldIdLst>
        </p14:section>
        <p14:section name="Entregables" id="{07cc14f3-dadd-806d-a347-8431ed73138a}">
          <p14:sldIdLst>
            <p14:sldId id="260"/>
          </p14:sldIdLst>
        </p14:section>
        <p14:section name="Rúbrica" id="{56ca6a89-ad96-871f-a6c8-3adf9c928042}">
          <p14:sldIdLst>
            <p14:sldId id="261"/>
            <p14:sldId id="264"/>
          </p14:sldIdLst>
        </p14:section>
        <p14:section name="Presentación" id="{308e768c-63a3-0368-9a92-89c31fb8838b}">
          <p14:sldIdLst>
            <p14:sldId id="262"/>
            <p14:sldId id="263"/>
          </p14:sldIdLst>
        </p14:section>
        <p14:section name="Rúbrica" id="{bba8ce8f-6907-3625-9d02-aa87606cbc56}">
          <p14:sldIdLst/>
        </p14:section>
        <p14:section name="Trabajo en salas" id="{f42cde31-23e1-69c2-2ee2-12a8147df5d4}">
          <p14:sldIdLst>
            <p14:sldId id="265"/>
          </p14:sldIdLst>
        </p14:section>
        <p14:section name="Cierre" id="{01de407c-a124-ce11-690d-9283cc3d304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Peso de cada criterio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Negocio</c:v>
                  </c:pt>
                  <c:pt idx="1">
                    <c:v>Datos y limpieza</c:v>
                  </c:pt>
                  <c:pt idx="2">
                    <c:v>EDA</c:v>
                  </c:pt>
                  <c:pt idx="3">
                    <c:v>Modelado y evaluación</c:v>
                  </c:pt>
                  <c:pt idx="4">
                    <c:v>Reproducibilidad</c:v>
                  </c:pt>
                  <c:pt idx="5">
                    <c:v>Trabajo en equipo</c:v>
                  </c:pt>
                  <c:pt idx="6">
                    <c:v>Comunicación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20</c:v>
                </c:pt>
                <c:pt idx="4">
                  <c:v>15</c:v>
                </c:pt>
                <c:pt idx="5">
                  <c:v>5</c:v>
                </c:pt>
                <c:pt idx="6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09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final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Un proyecto completo, reproducible y bien comunicado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 · basado en el material del prof. Oscar N. Gómez Giraldo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Objetivos y reglas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Qué se espera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Cronograma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4 semanas, 4 hitos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Entregables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Repo, solución y presentación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Rúbrica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Cómo se califica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Presentación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Estructura y consejos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Revisión entre equipos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Aplicar lo aprendido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proyecto de ciencia de datos con lo visto en la especialización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7614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15768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Un problema real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72968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 una decisión de negocio detrás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0599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28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014216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Todas las fases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471416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CRISP-DM de punta a punta</a:t>
            </a:r>
            <a:endParaRPr lang="en-US" sz="1600" dirty="0"/>
          </a:p>
        </p:txBody>
      </p:sp>
      <p:sp>
        <p:nvSpPr>
          <p:cNvPr id="15" name="Circulo"/>
          <p:cNvSpPr/>
          <p:nvPr/>
        </p:nvSpPr>
        <p:spPr>
          <a:xfrm>
            <a:off x="548640" y="535838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4126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312664"/>
            <a:ext cx="5715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Las dificultades prácticas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769864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Datos sucios, iteración y trabajo en equipo</a:t>
            </a:r>
            <a:endParaRPr lang="en-US" sz="1600" dirty="0"/>
          </a:p>
        </p:txBody>
      </p:sp>
      <p:sp>
        <p:nvSpPr>
          <p:cNvPr id="19" name="Tarjeta"/>
          <p:cNvSpPr/>
          <p:nvPr/>
        </p:nvSpPr>
        <p:spPr>
          <a:xfrm>
            <a:off x="7589520" y="1417320"/>
            <a:ext cx="4023360" cy="466344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86384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Reglas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7863840" y="237744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Equipos de 3. Un repositorio en GitHub con commits de todos. Dataset público y de menos de 50 MB.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31670" y="2286000"/>
            <a:ext cx="829818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47447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Semana 1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Equipo, tema, dataset, charter y perfil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424053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785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Semana 2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42442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Limpieza y EDA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700659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5391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Semana 3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19048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Baseline, modelo o prototipo de dashboard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977265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1997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Semana 4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95654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Entrega final + presentación</a:t>
            </a:r>
            <a:endParaRPr lang="en-US" sz="1600" dirty="0"/>
          </a:p>
        </p:txBody>
      </p:sp>
      <p:sp>
        <p:nvSpPr>
          <p:cNvPr id="20" name="Tarjeta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Cada semana corresponde a los módulos: 00-03 · 04-05 · 06-07 · 08-09.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finales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Repositorio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README con resumen ejecutivo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docs/ de cada módulo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src/, notebooks/, uv.lock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32816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9" name="Circulo"/>
          <p:cNvSpPr/>
          <p:nvPr/>
        </p:nvSpPr>
        <p:spPr>
          <a:xfrm>
            <a:off x="460248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3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Solución funcionando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Predictivo: API (o batch)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Descriptivo: dashboard con los KPIs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810768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14" name="Circulo"/>
          <p:cNvSpPr/>
          <p:nvPr/>
        </p:nvSpPr>
        <p:spPr>
          <a:xfrm>
            <a:off x="838200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Presentación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10-12 min + 5 de preguntas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Para un comité directivo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 demo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Rúbrica: 100 puntos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Bonos y penalizaciones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Bonus: Docker o nube (+2), GitHub Actions (+2), análisis de sesgos (+1)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−10: .venv, secretos o datos de &gt;50 MB en el repo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−5: notebooks que no corren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presentación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Bloque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Tiempo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Pregunta que responde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El problema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1:00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¿Qué duele y a quién? ¿Cuánto cuesta?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Objetivo y éxito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0:45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¿Qué significa "lo logramos"?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Los datos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1:00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¿De dónde salen y qué tuvimos que limpiar?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3 hallazgos del EDA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2:00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¿Qué descubrimos?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Modelo vs. baseline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1:30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¿Cuánto mejor que no tener modelo?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Demo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2:00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¿Cómo se usaría en el día a día?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Límites y recomendación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2:00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¿Cuándo no confiar? ¿Qué decidir?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Consejos para presentar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título es la conclusión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"El barrio suma hasta un 46 % al precio", no "Análisis por barrio"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7614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15768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El idioma del negocio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7296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"Nos equivocamos un 10 % en promedio", no "MAPE de 0.0968"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0599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28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01421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Demo con plan B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4714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Ensáyenla y tengan un video de respaldo</a:t>
            </a:r>
            <a:endParaRPr lang="en-US" sz="1600" dirty="0"/>
          </a:p>
        </p:txBody>
      </p:sp>
      <p:sp>
        <p:nvSpPr>
          <p:cNvPr id="15" name="Circulo"/>
          <p:cNvSpPr/>
          <p:nvPr/>
        </p:nvSpPr>
        <p:spPr>
          <a:xfrm>
            <a:off x="548640" y="535838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4126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312664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Cronómetro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769864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Pasarse del tiempo es la falla más común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Verifiquen antes de entregar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09-Proyecto-Final/scripts/verificar_entrega.py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ruta/al/proyecto-del-equipo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Documentación (docs/)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01_problema_y_kpis.md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02_project_charter.md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Código reutilizable (src/)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src/limpieza.py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src/train.py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Trabajo en equipo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3 autores distintos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13/13 verificaciones OK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Reúsa las revisiones del módulo 01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Revisa docs, src, notebooks y API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Prueba del clon limpio: seguir solo el README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No reemplaza la revisión humana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70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Recibir retroalimentación antes de la entrega y ensayar la presentación con público.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Todo el hilo del proyecto (módulos 00 a 08).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entrega final 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Ronda 1: el equipo A presenta (10-12 min) y B evalúa con la rúbrica y 3 preguntas difíciles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8346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78892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Ronda 2: intercambian roles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703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6576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Ronda 3: cada equipo clona el repositorio del otro, intenta reproducirlo y abre un issue</a:t>
            </a:r>
            <a:endParaRPr lang="en-US" sz="1600" dirty="0"/>
          </a:p>
        </p:txBody>
      </p:sp>
      <p:sp>
        <p:nvSpPr>
          <p:cNvPr id="18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docs/retroalimentacion.md, un issue en el repo del otro equipo y 3 mejoras priorizadas.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Primero el problema, después el algoritmo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CRISP-DM es un ciclo: iterar es normal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Documenten mientras avanzan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Comunicar los límites da credibilidad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¡Entrega final!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Corran verificar_entrega.py y la prueba del clon limpio.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09: Proyecto final</dc:title>
  <dc:subject>PptxGenJS Presentation</dc:subject>
  <dc:creator>María Camila Durango</dc:creator>
  <cp:lastModifiedBy>María Camila Durango</cp:lastModifiedBy>
  <cp:revision>1</cp:revision>
  <dcterms:created xsi:type="dcterms:W3CDTF">2026-10-17T01:04:37Z</dcterms:created>
  <dcterms:modified xsi:type="dcterms:W3CDTF">2026-10-17T01:04:37Z</dcterms:modified>
</cp:coreProperties>
</file>