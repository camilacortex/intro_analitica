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615ee6b-e731-9a4a-c686-b93658e31215}">
          <p14:sldIdLst>
            <p14:sldId id="256"/>
            <p14:sldId id="257"/>
          </p14:sldIdLst>
        </p14:section>
        <p14:section name="El problema" id="{c488b6cc-089e-e40e-56e2-f99d1bee4163}">
          <p14:sldIdLst>
            <p14:sldId id="258"/>
          </p14:sldIdLst>
        </p14:section>
        <p14:section name="Pipeline" id="{506620d1-5f76-592d-9e91-dfa1c90e70fd}">
          <p14:sldIdLst>
            <p14:sldId id="259"/>
            <p14:sldId id="260"/>
          </p14:sldIdLst>
        </p14:section>
        <p14:section name="Guardar el modelo" id="{d0cd1e72-4b9c-8c36-e561-a5fb7f4a1c78}">
          <p14:sldIdLst>
            <p14:sldId id="261"/>
            <p14:sldId id="262"/>
          </p14:sldIdLst>
        </p14:section>
        <p14:section name="¿Qué es una API?" id="{c0d3eb07-7435-6729-2566-4ea7ce384fdc}">
          <p14:sldIdLst>
            <p14:sldId id="263"/>
            <p14:sldId id="264"/>
          </p14:sldIdLst>
        </p14:section>
        <p14:section name="Demostración" id="{c26683b5-251b-8374-bd81-d704df5099a7}">
          <p14:sldIdLst>
            <p14:sldId id="265"/>
            <p14:sldId id="266"/>
            <p14:sldId id="267"/>
          </p14:sldIdLst>
        </p14:section>
        <p14:section name="Trabajo en salas" id="{2bf30cf5-7e15-a9b1-84cc-40fbd37fbc0a}">
          <p14:sldIdLst>
            <p14:sldId id="268"/>
          </p14:sldIdLst>
        </p14:section>
        <p14:section name="Cierre" id="{2f0af1e9-7a76-c49b-3d2c-5dc10b9f1f4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modelo al producto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Pipelines para reproducir el modelo y una API para que cualquier aplicación lo use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problema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Preprocesamiento manual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Pipeline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Preparación + modelo en un objeto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Guardar el modelo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joblib + metadatos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es una API?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mesero entre la app y el modelo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Demostración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FastAPI en vivo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Cerrar el proyecto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pipeline vs. con pipeline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Sin pipeline (módulo 04)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encoder.fit solo en train… ¿me acordé?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Transformar validación y test a mano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Deshacer el log del target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Guardar el modelo… y olvidar el encoder</a:t>
            </a:r>
            <a:endParaRPr lang="en-US" sz="1800" dirty="0"/>
          </a:p>
        </p:txBody>
      </p:sp>
      <p:sp>
        <p:nvSpPr>
          <p:cNvPr id="7" name="Tarjeta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 pipeline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pipeline.fit(X_train, y_train)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pipeline.predict(X_nuevo)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joblib.dump(pipeline): un solo archivo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Cero leakage, incluso dentro de la CV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pipeline de House Prices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5064" y="2286000"/>
            <a:ext cx="8851392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197864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Numéricas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Imputar (mediana) → escalar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3410712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Categóricas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871216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Imputar (moda) → one-hot (ignora categorías nuevas)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7488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Ordinales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084064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Imputar → ordinal Po &lt; Fa &lt; TA &lt; Gd &lt; Ex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7836408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0336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Modelo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296912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Gradient Boosting entrenado con log(precio)</a:t>
            </a:r>
            <a:endParaRPr lang="en-US" sz="1600" dirty="0"/>
          </a:p>
        </p:txBody>
      </p:sp>
      <p:sp>
        <p:nvSpPr>
          <p:cNvPr id="20" name="Circulo"/>
          <p:cNvSpPr/>
          <p:nvPr/>
        </p:nvSpPr>
        <p:spPr>
          <a:xfrm>
            <a:off x="10049256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73184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Predicción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509760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Devuelve USD automáticamente</a:t>
            </a:r>
            <a:endParaRPr lang="en-US" sz="1600" dirty="0"/>
          </a:p>
        </p:txBody>
      </p:sp>
      <p:sp>
        <p:nvSpPr>
          <p:cNvPr id="24" name="Tarjeta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¿Por qué imputar si los datos ya están limpios? Porque en producción pueden llegar huecos.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lo usan en el notebook del equipo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make_pipeline(SimpleImputer(strategy="median"),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StandardScaler())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make_pipeline(SimpleImputer(strategy="most_frequent"),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OneHotEncoder(handle_unknown="ignore"))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preprocesamiento = ColumnTransformer([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("num", num, vars_numericas),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("cat", cat, vars_categoricas),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make_pipeline(preprocesamiento, LinearRegression())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   # aprende solo de train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joblib.dump(pipe, "../models/modelo.joblib")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Sección 5.3: ColumnTransformer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Sección 5.4: make_pipeline con cada modelo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Sección 6.1: joblib.dump guarda todo en un archivo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handle_unknown="ignore": no falla con categorías nuevas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train.py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5064" y="2286000"/>
            <a:ext cx="8851392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197864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Cargar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house_prices_limpio.csv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3410712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Split 80/20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871216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Semilla fija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7488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GridSearchCV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084064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Opcional: --buscar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7836408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0336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Evaluar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296912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MAPE en test ≈ 9.7 %: cumple</a:t>
            </a:r>
            <a:endParaRPr lang="en-US" sz="1600" dirty="0"/>
          </a:p>
        </p:txBody>
      </p:sp>
      <p:sp>
        <p:nvSpPr>
          <p:cNvPr id="20" name="Circulo"/>
          <p:cNvSpPr/>
          <p:nvPr/>
        </p:nvSpPr>
        <p:spPr>
          <a:xfrm>
            <a:off x="10049256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73184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Guardar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509760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Reentrenar con todo: .joblib + .json</a:t>
            </a:r>
            <a:endParaRPr lang="en-US" sz="1600" dirty="0"/>
          </a:p>
        </p:txBody>
      </p:sp>
      <p:sp>
        <p:nvSpPr>
          <p:cNvPr id="24" name="Tarjeta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Sin metadatos, en tres meses nadie sabrá qué es modelo_final_v2.joblib.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listo para producción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MAPE en test</a:t>
            </a:r>
            <a:endParaRPr lang="en-US" sz="1500" dirty="0"/>
          </a:p>
        </p:txBody>
      </p:sp>
      <p:sp>
        <p:nvSpPr>
          <p:cNvPr id="6" name="Tarjeta"/>
          <p:cNvSpPr/>
          <p:nvPr/>
        </p:nvSpPr>
        <p:spPr>
          <a:xfrm>
            <a:off x="338328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R² en test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621792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variables de entrada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905256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544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archivo .joblib con todo el pipeline</a:t>
            </a:r>
            <a:endParaRPr lang="en-US" sz="1500" dirty="0"/>
          </a:p>
        </p:txBody>
      </p:sp>
      <p:sp>
        <p:nvSpPr>
          <p:cNvPr id="15" name="Tarjeta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uv run python 05-Pipelines-y-API/scripts/train.py  →  models/house_price_model.joblib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API es el mesero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31670" y="2286000"/>
            <a:ext cx="829818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47447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Cliente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 web, móvil o Excel envía JSON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424053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785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Validación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42442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Pydantic revisa tipos y reglas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700659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5391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Pipeline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19048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.joblib del notebook 1 predice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977265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1997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Respuesta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95654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JSON con el precio y el código HTTP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real vs. por lotes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Tiempo real (API)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Responde en milisegundos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usuario pide un avalúo en la web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Consume recursos todo el tiempo</a:t>
            </a:r>
            <a:endParaRPr lang="en-US" sz="1800" dirty="0"/>
          </a:p>
        </p:txBody>
      </p:sp>
      <p:sp>
        <p:nvSpPr>
          <p:cNvPr id="7" name="Tarjeta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Por lotes (batch)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Procesa miles de registros a la vez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Revaluar el portafolio cada mes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scripts/predecir.py de este módulo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contrato: schemas.py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CasaEntrada(BaseModel):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GrLivArea: int = Field(gt=0)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OverallQual: int = Field(ge=1, le=10)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KitchenQual: Literal["Po","Fa","TA","Gd","Ex"]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@app.post("/predict")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predict(casa: CasaEntrada):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 = servicio.predecir([casa])[0]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PrediccionSalida(precio_estimado=precio, ...)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Las reglas de negocio viven en el esquema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Si llega calidad 15 → 422, el modelo ni se entera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La documentación /docs se genera sola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El pipeline hace todo el preprocesamiento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Códigos de estado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Significa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Cuándo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200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OK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Predicción exitosa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422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Datos inválidos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Falta un campo, tipo incorrecto, valor fuera de rango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413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Solicitud muy grande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Más de MAX_BATCH casas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503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Servicio no disponible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El modelo no está cargado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Mejora frente al ejemplo original: los errores ya no responden 200 con un mensaje, sino el código correcto.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demostración en vivo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Entrenar y guardar el modelo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05-Pipelines-y-API/scripts/train.py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Levantar la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uvicorn api.main:app --reload --app-dir 05-Pipelines-y-API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http://127.0.0.1:8000/docs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Pruebas automáticas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pytest -v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/docs: documentación interactiva generada sola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Enviar una casa con OverallQual = 15 → 422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Las pruebas usan TestClient, sin servidor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Más calidad → más precio: prueba de sentido común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50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Dejar el notebook completo y reproducible y salir con el esquema de la presentación final.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Secciones 1 a 5 del notebook y el avance del 4 de noviembre.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sustentación del 25 de noviembre.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 pull y Restart Kernel and Run All: arreglar lo que falle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Sección 6: guardar el modelo y escribir las conclusiones para negocio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Checklist de entrega y prueba del clon limpio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Esquema de la presentación en docs/presentacion.md; pull, add, commit y push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notebook completo que corre de principio a fin, README probado y docs/presentacion.md con el reparto.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Un pipeline = cero leakage y un solo archivo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Guarden el modelo con sus metadatos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La API es la puerta de entrada al modelo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La API es opcional: es una bonificación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 noviembre · Sustentación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actualizado antes de la sesión y presentación ensayada con cronómetro.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05: Del modelo al producto</dc:title>
  <dc:subject>PptxGenJS Presentation</dc:subject>
  <dc:creator>María Camila Durango</dc:creator>
  <cp:lastModifiedBy>María Camila Durango</cp:lastModifiedBy>
  <cp:revision>1</cp:revision>
  <dcterms:created xsi:type="dcterms:W3CDTF">2026-10-24T23:19:38Z</dcterms:created>
  <dcterms:modified xsi:type="dcterms:W3CDTF">2026-10-24T23:19:38Z</dcterms:modified>
</cp:coreProperties>
</file>